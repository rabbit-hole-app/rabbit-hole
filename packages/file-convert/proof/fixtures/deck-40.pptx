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AE23C-3FBE-720C-AC0F-F10B5AE322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72D0E6-0106-7847-B115-01CFD716E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01C50-E62D-8FB3-3A9B-3B0F8AA52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B26D-2057-47C1-8361-880312DBEE9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3710A-1B5E-AC47-EC92-45692FF93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EA7DD-D2C2-F79E-065A-B9D0BF493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893B1-780E-4B46-899D-D0E02AEB7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387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71A4F-2663-1C21-7213-5C399E395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EC5B2-48AB-210C-4C00-9F508837D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D40B8-E5EA-47FB-546A-7631898A3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B26D-2057-47C1-8361-880312DBEE9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80882-1B06-6344-6822-6093A409D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5206A-51A0-F862-D8CE-8F24A8855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893B1-780E-4B46-899D-D0E02AEB7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66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6F1DA-5F56-1C52-7FAD-6D691A84F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C77829-D6B4-7EFF-43BB-FC34F37B3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2BEB7-882E-2640-812C-8DB5FEF7F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B26D-2057-47C1-8361-880312DBEE9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708BB-A526-9D38-30BC-203B996E6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27B8F-DC6E-34D8-49C7-D186AE2BB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893B1-780E-4B46-899D-D0E02AEB7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443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FAAE5-118A-09B3-B6FD-98A5F4942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C79DD-BD4D-C680-3330-930E9FAA1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FFE84-5805-2B4A-0838-27F4FE539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BED14C-A81D-7557-39F4-A86A6F8C2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B26D-2057-47C1-8361-880312DBEE9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F9985B-EF78-53F1-B39D-ADD785FA9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68A800-2AA3-5C56-FECC-BDCCD3D1E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893B1-780E-4B46-899D-D0E02AEB7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225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461A9-5B81-40A8-8D5C-3DEBBF368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DBE9B-5EAF-4419-9775-ADF549ACE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26BCF8-43E0-2EE4-98B6-50CB103E6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958662-5827-3C44-EA66-7FCBB03855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A9D7A4-6930-6B79-781B-51C0026AAB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F5EDFF-E014-5AAF-06D1-77C0C424F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B26D-2057-47C1-8361-880312DBEE9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20DCC5-2F26-300C-7299-A63175E3E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B07A69-6489-955E-EF91-218C64C57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893B1-780E-4B46-899D-D0E02AEB7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728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1B24-B9E7-60B4-4122-EE84BF6B4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6B1421-D89B-E154-0AC8-AC6829E3A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B26D-2057-47C1-8361-880312DBEE9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E43E24-37FE-A1EC-BEEE-14A8A9D6F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94B220-E4B6-87AA-91D1-00246D44F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893B1-780E-4B46-899D-D0E02AEB7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431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CCB1BD-9C2D-F776-40D9-0F85BC25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B26D-2057-47C1-8361-880312DBEE9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5EA79D-CF53-A7D4-A98F-6B142C911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E5BD4-BC6C-2516-C3BB-B1F42CA74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893B1-780E-4B46-899D-D0E02AEB7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874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E4C1-0E85-256D-2983-66AD6FDA5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E427-61A2-BA31-86D2-179537D37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3BCF7-A548-2B77-9CB8-084A9A448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094E1-CA25-C208-43AF-0EB5D7E13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B26D-2057-47C1-8361-880312DBEE9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D78D2-E524-3AAD-0F86-D7B9A8C03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E93CD-1C8D-FA5C-1F5E-B8A9D9D27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893B1-780E-4B46-899D-D0E02AEB7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156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3C423-73AA-A861-FA0B-F33784E9B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3CCED3-7FBE-C096-E3EA-7FA22A19A7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B0FF61-DA2B-EE13-1530-056D6D4DBD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8DC75-7A7A-22D7-AFF6-797AB4492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B26D-2057-47C1-8361-880312DBEE9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CB96EF-B84B-C112-7E73-F30D07361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54F941-29FA-216C-4F67-068EEBAFE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893B1-780E-4B46-899D-D0E02AEB7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94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EF2EA-3B4C-6E28-A663-16BE80E60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CD8E75-F474-251B-7AE8-EC61DA8FD2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A52A9-9593-598C-6F79-8A19C5DEB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B26D-2057-47C1-8361-880312DBEE9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B230B-561A-44AF-6E42-C1170BC43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350E9-EFCD-36E6-B380-C5DB488BF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893B1-780E-4B46-899D-D0E02AEB7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88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AB2D68-8F64-7965-31EF-1BD1EF5BCF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61258D-977D-5E09-FBB4-786D80BE7D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D034F-3934-92C1-0DDD-6A7D496F3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B26D-2057-47C1-8361-880312DBEE9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11D4C-4B24-8160-C534-5A3860AC8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779C8-2D29-0432-ECE7-A7DE8A51E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893B1-780E-4B46-899D-D0E02AEB7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82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9F97B-2FE6-8265-8D25-F42137637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2C6D4-BB69-C87D-6547-C64F9186C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3BD70-691A-D297-0045-2B135E0AC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B26D-2057-47C1-8361-880312DBEE9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A5C7E-88AE-AF14-F664-BDD611E8B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A228E-0440-7336-463C-947F5DE25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893B1-780E-4B46-899D-D0E02AEB7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784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821006-E7F1-E917-F54C-95F7C74A7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FE55A-0648-D1E9-BB0F-0B6ECF15B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43260-0FB4-ACC3-7EAC-03A08D1D66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D1B26D-2057-47C1-8361-880312DBEE9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1D498-5F67-E92D-B9E3-8725862B2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C97A2-E6DF-E9C4-C62B-359343AD04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4893B1-780E-4B46-899D-D0E02AEB7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730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46804-F846-4DCD-CA86-7AC322DE4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1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C9AC0-DA4F-7696-EC95-713B95CF2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1</a:t>
            </a:r>
          </a:p>
          <a:p>
            <a:r>
              <a:rPr lang="en-US"/>
              <a:t>Point two on slide 1</a:t>
            </a:r>
          </a:p>
          <a:p>
            <a:r>
              <a:rPr lang="en-US"/>
              <a:t>Point three on slide 1</a:t>
            </a:r>
          </a:p>
        </p:txBody>
      </p:sp>
    </p:spTree>
    <p:extLst>
      <p:ext uri="{BB962C8B-B14F-4D97-AF65-F5344CB8AC3E}">
        <p14:creationId xmlns:p14="http://schemas.microsoft.com/office/powerpoint/2010/main" val="2824969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5BB2A-E80C-AA2C-E08E-67CEE225B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2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4BC26-90B1-BA66-D73F-A04AEEC19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2</a:t>
            </a:r>
          </a:p>
          <a:p>
            <a:r>
              <a:rPr lang="en-US"/>
              <a:t>Point two on slide 2</a:t>
            </a:r>
          </a:p>
          <a:p>
            <a:r>
              <a:rPr lang="en-US"/>
              <a:t>Point three on slide 2</a:t>
            </a:r>
          </a:p>
        </p:txBody>
      </p:sp>
    </p:spTree>
    <p:extLst>
      <p:ext uri="{BB962C8B-B14F-4D97-AF65-F5344CB8AC3E}">
        <p14:creationId xmlns:p14="http://schemas.microsoft.com/office/powerpoint/2010/main" val="1794438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6B6-14C8-9448-4CBD-12AB96179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3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104E9-2157-C08E-BB0E-4164E7B9C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3</a:t>
            </a:r>
          </a:p>
          <a:p>
            <a:r>
              <a:rPr lang="en-US"/>
              <a:t>Point two on slide 3</a:t>
            </a:r>
          </a:p>
          <a:p>
            <a:r>
              <a:rPr lang="en-US"/>
              <a:t>Point three on slide 3</a:t>
            </a:r>
          </a:p>
        </p:txBody>
      </p:sp>
    </p:spTree>
    <p:extLst>
      <p:ext uri="{BB962C8B-B14F-4D97-AF65-F5344CB8AC3E}">
        <p14:creationId xmlns:p14="http://schemas.microsoft.com/office/powerpoint/2010/main" val="1397850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83705-738B-288F-FCE7-626FCBE5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4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FEB31-0E07-AF16-82C5-D4530F59A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4</a:t>
            </a:r>
          </a:p>
          <a:p>
            <a:r>
              <a:rPr lang="en-US"/>
              <a:t>Point two on slide 4</a:t>
            </a:r>
          </a:p>
          <a:p>
            <a:r>
              <a:rPr lang="en-US"/>
              <a:t>Point three on slide 4</a:t>
            </a:r>
          </a:p>
        </p:txBody>
      </p:sp>
    </p:spTree>
    <p:extLst>
      <p:ext uri="{BB962C8B-B14F-4D97-AF65-F5344CB8AC3E}">
        <p14:creationId xmlns:p14="http://schemas.microsoft.com/office/powerpoint/2010/main" val="322353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58AFD-51CB-02E3-2AAB-D451ECBEF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5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5D8842-B84A-3807-A970-9B4304589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5</a:t>
            </a:r>
          </a:p>
          <a:p>
            <a:r>
              <a:rPr lang="en-US"/>
              <a:t>Point two on slide 5</a:t>
            </a:r>
          </a:p>
          <a:p>
            <a:r>
              <a:rPr lang="en-US"/>
              <a:t>Point three on slide 5</a:t>
            </a:r>
          </a:p>
        </p:txBody>
      </p:sp>
    </p:spTree>
    <p:extLst>
      <p:ext uri="{BB962C8B-B14F-4D97-AF65-F5344CB8AC3E}">
        <p14:creationId xmlns:p14="http://schemas.microsoft.com/office/powerpoint/2010/main" val="682886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CE7D8-790B-18BD-E004-EFA23402F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6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45A46-45BB-A034-2F82-3CC62CD6A4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6</a:t>
            </a:r>
          </a:p>
          <a:p>
            <a:r>
              <a:rPr lang="en-US"/>
              <a:t>Point two on slide 6</a:t>
            </a:r>
          </a:p>
          <a:p>
            <a:r>
              <a:rPr lang="en-US"/>
              <a:t>Point three on slide 6</a:t>
            </a:r>
          </a:p>
        </p:txBody>
      </p:sp>
    </p:spTree>
    <p:extLst>
      <p:ext uri="{BB962C8B-B14F-4D97-AF65-F5344CB8AC3E}">
        <p14:creationId xmlns:p14="http://schemas.microsoft.com/office/powerpoint/2010/main" val="593334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18873-F1EE-DD3F-BA39-A9979C405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7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5B7ED-A349-F0D3-C40B-CAD6F7A69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7</a:t>
            </a:r>
          </a:p>
          <a:p>
            <a:r>
              <a:rPr lang="en-US"/>
              <a:t>Point two on slide 7</a:t>
            </a:r>
          </a:p>
          <a:p>
            <a:r>
              <a:rPr lang="en-US"/>
              <a:t>Point three on slide 7</a:t>
            </a:r>
          </a:p>
        </p:txBody>
      </p:sp>
    </p:spTree>
    <p:extLst>
      <p:ext uri="{BB962C8B-B14F-4D97-AF65-F5344CB8AC3E}">
        <p14:creationId xmlns:p14="http://schemas.microsoft.com/office/powerpoint/2010/main" val="2128833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C6BB-7490-62C4-08BC-685471DF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8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093C1-5EB6-8CA0-E826-4B77C2D0E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8</a:t>
            </a:r>
          </a:p>
          <a:p>
            <a:r>
              <a:rPr lang="en-US"/>
              <a:t>Point two on slide 8</a:t>
            </a:r>
          </a:p>
          <a:p>
            <a:r>
              <a:rPr lang="en-US"/>
              <a:t>Point three on slide 8</a:t>
            </a:r>
          </a:p>
        </p:txBody>
      </p:sp>
    </p:spTree>
    <p:extLst>
      <p:ext uri="{BB962C8B-B14F-4D97-AF65-F5344CB8AC3E}">
        <p14:creationId xmlns:p14="http://schemas.microsoft.com/office/powerpoint/2010/main" val="2483350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9678A-EAE8-3AB2-E514-9C6AB1D89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9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717B7-2C46-85BE-4755-B72202C614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9</a:t>
            </a:r>
          </a:p>
          <a:p>
            <a:r>
              <a:rPr lang="en-US"/>
              <a:t>Point two on slide 9</a:t>
            </a:r>
          </a:p>
          <a:p>
            <a:r>
              <a:rPr lang="en-US"/>
              <a:t>Point three on slide 9</a:t>
            </a:r>
          </a:p>
        </p:txBody>
      </p:sp>
    </p:spTree>
    <p:extLst>
      <p:ext uri="{BB962C8B-B14F-4D97-AF65-F5344CB8AC3E}">
        <p14:creationId xmlns:p14="http://schemas.microsoft.com/office/powerpoint/2010/main" val="3810812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5038C-CA50-E6D7-2F50-B59A214EA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10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5E4C2-E2A8-C53F-2D5D-7A4A6CB972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10</a:t>
            </a:r>
          </a:p>
          <a:p>
            <a:r>
              <a:rPr lang="en-US"/>
              <a:t>Point two on slide 10</a:t>
            </a:r>
          </a:p>
          <a:p>
            <a:r>
              <a:rPr lang="en-US"/>
              <a:t>Point three on slide 10</a:t>
            </a:r>
          </a:p>
        </p:txBody>
      </p:sp>
    </p:spTree>
    <p:extLst>
      <p:ext uri="{BB962C8B-B14F-4D97-AF65-F5344CB8AC3E}">
        <p14:creationId xmlns:p14="http://schemas.microsoft.com/office/powerpoint/2010/main" val="1051323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49A91-AC3B-05CC-2FCD-00B2CA3F0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11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C7DC0-DFF8-5B8A-1145-48BDD9491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11</a:t>
            </a:r>
          </a:p>
          <a:p>
            <a:r>
              <a:rPr lang="en-US"/>
              <a:t>Point two on slide 11</a:t>
            </a:r>
          </a:p>
          <a:p>
            <a:r>
              <a:rPr lang="en-US"/>
              <a:t>Point three on slide 11</a:t>
            </a:r>
          </a:p>
        </p:txBody>
      </p:sp>
    </p:spTree>
    <p:extLst>
      <p:ext uri="{BB962C8B-B14F-4D97-AF65-F5344CB8AC3E}">
        <p14:creationId xmlns:p14="http://schemas.microsoft.com/office/powerpoint/2010/main" val="3376578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A8512-F7EA-659A-FFE9-2D2644728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12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26C96-6843-DBFE-C27A-0CED2EA9B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12</a:t>
            </a:r>
          </a:p>
          <a:p>
            <a:r>
              <a:rPr lang="en-US"/>
              <a:t>Point two on slide 12</a:t>
            </a:r>
          </a:p>
          <a:p>
            <a:r>
              <a:rPr lang="en-US"/>
              <a:t>Point three on slide 12</a:t>
            </a:r>
          </a:p>
        </p:txBody>
      </p:sp>
    </p:spTree>
    <p:extLst>
      <p:ext uri="{BB962C8B-B14F-4D97-AF65-F5344CB8AC3E}">
        <p14:creationId xmlns:p14="http://schemas.microsoft.com/office/powerpoint/2010/main" val="3835565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6D97A-24E8-491C-21EF-B9A6B991F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13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8B163-D868-25E2-F80D-172EA10E0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13</a:t>
            </a:r>
          </a:p>
          <a:p>
            <a:r>
              <a:rPr lang="en-US"/>
              <a:t>Point two on slide 13</a:t>
            </a:r>
          </a:p>
          <a:p>
            <a:r>
              <a:rPr lang="en-US"/>
              <a:t>Point three on slide 13</a:t>
            </a:r>
          </a:p>
        </p:txBody>
      </p:sp>
    </p:spTree>
    <p:extLst>
      <p:ext uri="{BB962C8B-B14F-4D97-AF65-F5344CB8AC3E}">
        <p14:creationId xmlns:p14="http://schemas.microsoft.com/office/powerpoint/2010/main" val="2396280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F3ECE-EC20-4C8A-E2D2-56D99C632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14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8EE8C1-A2A2-827D-9BBD-E09F26522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14</a:t>
            </a:r>
          </a:p>
          <a:p>
            <a:r>
              <a:rPr lang="en-US"/>
              <a:t>Point two on slide 14</a:t>
            </a:r>
          </a:p>
          <a:p>
            <a:r>
              <a:rPr lang="en-US"/>
              <a:t>Point three on slide 14</a:t>
            </a:r>
          </a:p>
        </p:txBody>
      </p:sp>
    </p:spTree>
    <p:extLst>
      <p:ext uri="{BB962C8B-B14F-4D97-AF65-F5344CB8AC3E}">
        <p14:creationId xmlns:p14="http://schemas.microsoft.com/office/powerpoint/2010/main" val="911379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85D6E-48CF-7392-CF96-56FD6ABB6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15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44477-7492-574E-3FDB-61CF97D18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15</a:t>
            </a:r>
          </a:p>
          <a:p>
            <a:r>
              <a:rPr lang="en-US"/>
              <a:t>Point two on slide 15</a:t>
            </a:r>
          </a:p>
          <a:p>
            <a:r>
              <a:rPr lang="en-US"/>
              <a:t>Point three on slide 15</a:t>
            </a:r>
          </a:p>
        </p:txBody>
      </p:sp>
    </p:spTree>
    <p:extLst>
      <p:ext uri="{BB962C8B-B14F-4D97-AF65-F5344CB8AC3E}">
        <p14:creationId xmlns:p14="http://schemas.microsoft.com/office/powerpoint/2010/main" val="3076586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84C6F-7C69-4B5C-A0E8-AEB11796E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16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D22D5-FA7C-1E95-C74F-FF09F0F84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16</a:t>
            </a:r>
          </a:p>
          <a:p>
            <a:r>
              <a:rPr lang="en-US"/>
              <a:t>Point two on slide 16</a:t>
            </a:r>
          </a:p>
          <a:p>
            <a:r>
              <a:rPr lang="en-US"/>
              <a:t>Point three on slide 16</a:t>
            </a:r>
          </a:p>
        </p:txBody>
      </p:sp>
    </p:spTree>
    <p:extLst>
      <p:ext uri="{BB962C8B-B14F-4D97-AF65-F5344CB8AC3E}">
        <p14:creationId xmlns:p14="http://schemas.microsoft.com/office/powerpoint/2010/main" val="2441272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3C7D-DD06-97E1-5F8D-C65EB9121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17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82623-6E61-2862-092B-1BCA1D2E6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17</a:t>
            </a:r>
          </a:p>
          <a:p>
            <a:r>
              <a:rPr lang="en-US"/>
              <a:t>Point two on slide 17</a:t>
            </a:r>
          </a:p>
          <a:p>
            <a:r>
              <a:rPr lang="en-US"/>
              <a:t>Point three on slide 17</a:t>
            </a:r>
          </a:p>
        </p:txBody>
      </p:sp>
    </p:spTree>
    <p:extLst>
      <p:ext uri="{BB962C8B-B14F-4D97-AF65-F5344CB8AC3E}">
        <p14:creationId xmlns:p14="http://schemas.microsoft.com/office/powerpoint/2010/main" val="3935086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AF749-34A8-15FE-DB50-B079BCA8F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18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E19F5-6A86-2C44-439A-5A1CBC614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18</a:t>
            </a:r>
          </a:p>
          <a:p>
            <a:r>
              <a:rPr lang="en-US"/>
              <a:t>Point two on slide 18</a:t>
            </a:r>
          </a:p>
          <a:p>
            <a:r>
              <a:rPr lang="en-US"/>
              <a:t>Point three on slide 18</a:t>
            </a:r>
          </a:p>
        </p:txBody>
      </p:sp>
    </p:spTree>
    <p:extLst>
      <p:ext uri="{BB962C8B-B14F-4D97-AF65-F5344CB8AC3E}">
        <p14:creationId xmlns:p14="http://schemas.microsoft.com/office/powerpoint/2010/main" val="40191450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FAD92-94F2-00D3-FA48-E6242F307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19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43D24-F7F9-210B-11CB-8A006D357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19</a:t>
            </a:r>
          </a:p>
          <a:p>
            <a:r>
              <a:rPr lang="en-US"/>
              <a:t>Point two on slide 19</a:t>
            </a:r>
          </a:p>
          <a:p>
            <a:r>
              <a:rPr lang="en-US"/>
              <a:t>Point three on slide 19</a:t>
            </a:r>
          </a:p>
        </p:txBody>
      </p:sp>
    </p:spTree>
    <p:extLst>
      <p:ext uri="{BB962C8B-B14F-4D97-AF65-F5344CB8AC3E}">
        <p14:creationId xmlns:p14="http://schemas.microsoft.com/office/powerpoint/2010/main" val="714384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A0683-5D61-1457-48E6-E74A19C3D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20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D2549-7BAD-C6FF-4081-90F10F8A88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20</a:t>
            </a:r>
          </a:p>
          <a:p>
            <a:r>
              <a:rPr lang="en-US"/>
              <a:t>Point two on slide 20</a:t>
            </a:r>
          </a:p>
          <a:p>
            <a:r>
              <a:rPr lang="en-US"/>
              <a:t>Point three on slide 20</a:t>
            </a:r>
          </a:p>
        </p:txBody>
      </p:sp>
    </p:spTree>
    <p:extLst>
      <p:ext uri="{BB962C8B-B14F-4D97-AF65-F5344CB8AC3E}">
        <p14:creationId xmlns:p14="http://schemas.microsoft.com/office/powerpoint/2010/main" val="950095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2E59F-4CDB-AA46-3ACD-5042F7289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21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8EE47-1D79-49EC-D7EA-B4E1FB512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21</a:t>
            </a:r>
          </a:p>
          <a:p>
            <a:r>
              <a:rPr lang="en-US"/>
              <a:t>Point two on slide 21</a:t>
            </a:r>
          </a:p>
          <a:p>
            <a:r>
              <a:rPr lang="en-US"/>
              <a:t>Point three on slide 21</a:t>
            </a:r>
          </a:p>
        </p:txBody>
      </p:sp>
    </p:spTree>
    <p:extLst>
      <p:ext uri="{BB962C8B-B14F-4D97-AF65-F5344CB8AC3E}">
        <p14:creationId xmlns:p14="http://schemas.microsoft.com/office/powerpoint/2010/main" val="838001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89BA0-327F-8E2E-00C2-C9603A92A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22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57251-8131-4A8B-EB38-D17AFEA47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22</a:t>
            </a:r>
          </a:p>
          <a:p>
            <a:r>
              <a:rPr lang="en-US"/>
              <a:t>Point two on slide 22</a:t>
            </a:r>
          </a:p>
          <a:p>
            <a:r>
              <a:rPr lang="en-US"/>
              <a:t>Point three on slide 22</a:t>
            </a:r>
          </a:p>
        </p:txBody>
      </p:sp>
    </p:spTree>
    <p:extLst>
      <p:ext uri="{BB962C8B-B14F-4D97-AF65-F5344CB8AC3E}">
        <p14:creationId xmlns:p14="http://schemas.microsoft.com/office/powerpoint/2010/main" val="18384126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CB2D7-32D7-136F-78CF-42206F772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23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5498F-7736-0226-D027-EA1E33CDA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23</a:t>
            </a:r>
          </a:p>
          <a:p>
            <a:r>
              <a:rPr lang="en-US"/>
              <a:t>Point two on slide 23</a:t>
            </a:r>
          </a:p>
          <a:p>
            <a:r>
              <a:rPr lang="en-US"/>
              <a:t>Point three on slide 23</a:t>
            </a:r>
          </a:p>
        </p:txBody>
      </p:sp>
    </p:spTree>
    <p:extLst>
      <p:ext uri="{BB962C8B-B14F-4D97-AF65-F5344CB8AC3E}">
        <p14:creationId xmlns:p14="http://schemas.microsoft.com/office/powerpoint/2010/main" val="2911463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D1843-A590-ADDC-8612-8945E3E5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24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B5911-9DF4-7368-DA02-F05291A86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24</a:t>
            </a:r>
          </a:p>
          <a:p>
            <a:r>
              <a:rPr lang="en-US"/>
              <a:t>Point two on slide 24</a:t>
            </a:r>
          </a:p>
          <a:p>
            <a:r>
              <a:rPr lang="en-US"/>
              <a:t>Point three on slide 24</a:t>
            </a:r>
          </a:p>
        </p:txBody>
      </p:sp>
    </p:spTree>
    <p:extLst>
      <p:ext uri="{BB962C8B-B14F-4D97-AF65-F5344CB8AC3E}">
        <p14:creationId xmlns:p14="http://schemas.microsoft.com/office/powerpoint/2010/main" val="8444015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ADDDB-C61C-DFDF-AA75-723A51C6B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25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A6EC2-DF04-1C4E-553E-AC5006F90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25</a:t>
            </a:r>
          </a:p>
          <a:p>
            <a:r>
              <a:rPr lang="en-US"/>
              <a:t>Point two on slide 25</a:t>
            </a:r>
          </a:p>
          <a:p>
            <a:r>
              <a:rPr lang="en-US"/>
              <a:t>Point three on slide 25</a:t>
            </a:r>
          </a:p>
        </p:txBody>
      </p:sp>
    </p:spTree>
    <p:extLst>
      <p:ext uri="{BB962C8B-B14F-4D97-AF65-F5344CB8AC3E}">
        <p14:creationId xmlns:p14="http://schemas.microsoft.com/office/powerpoint/2010/main" val="34500878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9E57A-5E27-2219-9E11-F1F230C03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26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CFDD5-FE0D-1130-149B-9465A8D3F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26</a:t>
            </a:r>
          </a:p>
          <a:p>
            <a:r>
              <a:rPr lang="en-US"/>
              <a:t>Point two on slide 26</a:t>
            </a:r>
          </a:p>
          <a:p>
            <a:r>
              <a:rPr lang="en-US"/>
              <a:t>Point three on slide 26</a:t>
            </a:r>
          </a:p>
        </p:txBody>
      </p:sp>
    </p:spTree>
    <p:extLst>
      <p:ext uri="{BB962C8B-B14F-4D97-AF65-F5344CB8AC3E}">
        <p14:creationId xmlns:p14="http://schemas.microsoft.com/office/powerpoint/2010/main" val="30323652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C5D25-0DC7-5285-A80B-88D3E0523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27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3B403-D84E-C243-0B4C-7704A736E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27</a:t>
            </a:r>
          </a:p>
          <a:p>
            <a:r>
              <a:rPr lang="en-US"/>
              <a:t>Point two on slide 27</a:t>
            </a:r>
          </a:p>
          <a:p>
            <a:r>
              <a:rPr lang="en-US"/>
              <a:t>Point three on slide 27</a:t>
            </a:r>
          </a:p>
        </p:txBody>
      </p:sp>
    </p:spTree>
    <p:extLst>
      <p:ext uri="{BB962C8B-B14F-4D97-AF65-F5344CB8AC3E}">
        <p14:creationId xmlns:p14="http://schemas.microsoft.com/office/powerpoint/2010/main" val="11440493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2F8B8-2107-890F-61CD-AA9A73E4A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28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28CF51-57DB-1F31-55CA-9A1A2C2FD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28</a:t>
            </a:r>
          </a:p>
          <a:p>
            <a:r>
              <a:rPr lang="en-US"/>
              <a:t>Point two on slide 28</a:t>
            </a:r>
          </a:p>
          <a:p>
            <a:r>
              <a:rPr lang="en-US"/>
              <a:t>Point three on slide 28</a:t>
            </a:r>
          </a:p>
        </p:txBody>
      </p:sp>
    </p:spTree>
    <p:extLst>
      <p:ext uri="{BB962C8B-B14F-4D97-AF65-F5344CB8AC3E}">
        <p14:creationId xmlns:p14="http://schemas.microsoft.com/office/powerpoint/2010/main" val="15951886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E5C7F-A3EE-97D0-A2C1-7FDC105D2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29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0C4D2-2DC4-7546-EE62-376F2A3C8E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29</a:t>
            </a:r>
          </a:p>
          <a:p>
            <a:r>
              <a:rPr lang="en-US"/>
              <a:t>Point two on slide 29</a:t>
            </a:r>
          </a:p>
          <a:p>
            <a:r>
              <a:rPr lang="en-US"/>
              <a:t>Point three on slide 29</a:t>
            </a:r>
          </a:p>
        </p:txBody>
      </p:sp>
    </p:spTree>
    <p:extLst>
      <p:ext uri="{BB962C8B-B14F-4D97-AF65-F5344CB8AC3E}">
        <p14:creationId xmlns:p14="http://schemas.microsoft.com/office/powerpoint/2010/main" val="5142775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26307-5CF1-7CE7-1639-B2A9BE148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30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BBBF17-3362-0DCC-1A55-3D3A1E07A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30</a:t>
            </a:r>
          </a:p>
          <a:p>
            <a:r>
              <a:rPr lang="en-US"/>
              <a:t>Point two on slide 30</a:t>
            </a:r>
          </a:p>
          <a:p>
            <a:r>
              <a:rPr lang="en-US"/>
              <a:t>Point three on slide 30</a:t>
            </a:r>
          </a:p>
        </p:txBody>
      </p:sp>
    </p:spTree>
    <p:extLst>
      <p:ext uri="{BB962C8B-B14F-4D97-AF65-F5344CB8AC3E}">
        <p14:creationId xmlns:p14="http://schemas.microsoft.com/office/powerpoint/2010/main" val="25111483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DF042-BFBF-15AB-1BB2-B51B60DAC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31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27AD4-9BEE-CA3C-70AA-314A02F9B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31</a:t>
            </a:r>
          </a:p>
          <a:p>
            <a:r>
              <a:rPr lang="en-US"/>
              <a:t>Point two on slide 31</a:t>
            </a:r>
          </a:p>
          <a:p>
            <a:r>
              <a:rPr lang="en-US"/>
              <a:t>Point three on slide 31</a:t>
            </a:r>
          </a:p>
        </p:txBody>
      </p:sp>
    </p:spTree>
    <p:extLst>
      <p:ext uri="{BB962C8B-B14F-4D97-AF65-F5344CB8AC3E}">
        <p14:creationId xmlns:p14="http://schemas.microsoft.com/office/powerpoint/2010/main" val="29144956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18F9C-5CF0-FDE1-98A3-62286BFC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32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AA71B-A97C-F2FE-1088-160511A97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32</a:t>
            </a:r>
          </a:p>
          <a:p>
            <a:r>
              <a:rPr lang="en-US"/>
              <a:t>Point two on slide 32</a:t>
            </a:r>
          </a:p>
          <a:p>
            <a:r>
              <a:rPr lang="en-US"/>
              <a:t>Point three on slide 32</a:t>
            </a:r>
          </a:p>
        </p:txBody>
      </p:sp>
    </p:spTree>
    <p:extLst>
      <p:ext uri="{BB962C8B-B14F-4D97-AF65-F5344CB8AC3E}">
        <p14:creationId xmlns:p14="http://schemas.microsoft.com/office/powerpoint/2010/main" val="8538361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B7A19-F569-A93C-B1F9-9E11198FA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33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C20833-DC8E-0482-8D9D-0498DBBD5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33</a:t>
            </a:r>
          </a:p>
          <a:p>
            <a:r>
              <a:rPr lang="en-US"/>
              <a:t>Point two on slide 33</a:t>
            </a:r>
          </a:p>
          <a:p>
            <a:r>
              <a:rPr lang="en-US"/>
              <a:t>Point three on slide 33</a:t>
            </a:r>
          </a:p>
        </p:txBody>
      </p:sp>
    </p:spTree>
    <p:extLst>
      <p:ext uri="{BB962C8B-B14F-4D97-AF65-F5344CB8AC3E}">
        <p14:creationId xmlns:p14="http://schemas.microsoft.com/office/powerpoint/2010/main" val="26889476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B1DEF-A236-1518-61AF-843D95B6C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34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F4102-125C-9D84-C41D-4DE794F85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34</a:t>
            </a:r>
          </a:p>
          <a:p>
            <a:r>
              <a:rPr lang="en-US"/>
              <a:t>Point two on slide 34</a:t>
            </a:r>
          </a:p>
          <a:p>
            <a:r>
              <a:rPr lang="en-US"/>
              <a:t>Point three on slide 34</a:t>
            </a:r>
          </a:p>
        </p:txBody>
      </p:sp>
    </p:spTree>
    <p:extLst>
      <p:ext uri="{BB962C8B-B14F-4D97-AF65-F5344CB8AC3E}">
        <p14:creationId xmlns:p14="http://schemas.microsoft.com/office/powerpoint/2010/main" val="33896796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A1939-5F92-C319-FCF4-4EC1EE440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35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5DF4D-BEE9-A4C6-6795-C3493B46C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35</a:t>
            </a:r>
          </a:p>
          <a:p>
            <a:r>
              <a:rPr lang="en-US"/>
              <a:t>Point two on slide 35</a:t>
            </a:r>
          </a:p>
          <a:p>
            <a:r>
              <a:rPr lang="en-US"/>
              <a:t>Point three on slide 35</a:t>
            </a:r>
          </a:p>
        </p:txBody>
      </p:sp>
    </p:spTree>
    <p:extLst>
      <p:ext uri="{BB962C8B-B14F-4D97-AF65-F5344CB8AC3E}">
        <p14:creationId xmlns:p14="http://schemas.microsoft.com/office/powerpoint/2010/main" val="10118042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B8619-932C-C675-0342-3E622C748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36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1E512-BFE5-8BD6-0B7F-AF0D440EB6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36</a:t>
            </a:r>
          </a:p>
          <a:p>
            <a:r>
              <a:rPr lang="en-US"/>
              <a:t>Point two on slide 36</a:t>
            </a:r>
          </a:p>
          <a:p>
            <a:r>
              <a:rPr lang="en-US"/>
              <a:t>Point three on slide 36</a:t>
            </a:r>
          </a:p>
        </p:txBody>
      </p:sp>
    </p:spTree>
    <p:extLst>
      <p:ext uri="{BB962C8B-B14F-4D97-AF65-F5344CB8AC3E}">
        <p14:creationId xmlns:p14="http://schemas.microsoft.com/office/powerpoint/2010/main" val="11089229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F37EC-6013-4C54-C813-FD0E05AC3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37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CCD68-C7DE-31D9-5ABC-E6715BD13B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37</a:t>
            </a:r>
          </a:p>
          <a:p>
            <a:r>
              <a:rPr lang="en-US"/>
              <a:t>Point two on slide 37</a:t>
            </a:r>
          </a:p>
          <a:p>
            <a:r>
              <a:rPr lang="en-US"/>
              <a:t>Point three on slide 37</a:t>
            </a:r>
          </a:p>
        </p:txBody>
      </p:sp>
    </p:spTree>
    <p:extLst>
      <p:ext uri="{BB962C8B-B14F-4D97-AF65-F5344CB8AC3E}">
        <p14:creationId xmlns:p14="http://schemas.microsoft.com/office/powerpoint/2010/main" val="25964159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7FCD6-DCBD-D13A-6020-C80348545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38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5595C-6FD5-01BF-5BB8-B147C8992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38</a:t>
            </a:r>
          </a:p>
          <a:p>
            <a:r>
              <a:rPr lang="en-US"/>
              <a:t>Point two on slide 38</a:t>
            </a:r>
          </a:p>
          <a:p>
            <a:r>
              <a:rPr lang="en-US"/>
              <a:t>Point three on slide 38</a:t>
            </a:r>
          </a:p>
        </p:txBody>
      </p:sp>
    </p:spTree>
    <p:extLst>
      <p:ext uri="{BB962C8B-B14F-4D97-AF65-F5344CB8AC3E}">
        <p14:creationId xmlns:p14="http://schemas.microsoft.com/office/powerpoint/2010/main" val="33897346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1A855-BEC4-0C9F-DA1A-E40E6EDC1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39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8CC08A-DF81-5E0F-2C89-455A1F69A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39</a:t>
            </a:r>
          </a:p>
          <a:p>
            <a:r>
              <a:rPr lang="en-US"/>
              <a:t>Point two on slide 39</a:t>
            </a:r>
          </a:p>
          <a:p>
            <a:r>
              <a:rPr lang="en-US"/>
              <a:t>Point three on slide 39</a:t>
            </a:r>
          </a:p>
        </p:txBody>
      </p:sp>
    </p:spTree>
    <p:extLst>
      <p:ext uri="{BB962C8B-B14F-4D97-AF65-F5344CB8AC3E}">
        <p14:creationId xmlns:p14="http://schemas.microsoft.com/office/powerpoint/2010/main" val="6950898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5CAD7-2A5C-E296-644F-88FD54A5E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40 of 40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5BCEF-E853-0909-3D27-2BE1DE4D1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one on slide 40</a:t>
            </a:r>
          </a:p>
          <a:p>
            <a:r>
              <a:rPr lang="en-US"/>
              <a:t>Point two on slide 40</a:t>
            </a:r>
          </a:p>
          <a:p>
            <a:r>
              <a:rPr lang="en-US"/>
              <a:t>Point three on slide 40</a:t>
            </a:r>
          </a:p>
        </p:txBody>
      </p:sp>
    </p:spTree>
    <p:extLst>
      <p:ext uri="{BB962C8B-B14F-4D97-AF65-F5344CB8AC3E}">
        <p14:creationId xmlns:p14="http://schemas.microsoft.com/office/powerpoint/2010/main" val="757821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760</Words>
  <Application>Microsoft Office PowerPoint</Application>
  <PresentationFormat>Widescreen</PresentationFormat>
  <Paragraphs>160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Aptos</vt:lpstr>
      <vt:lpstr>Aptos Display</vt:lpstr>
      <vt:lpstr>Arial</vt:lpstr>
      <vt:lpstr>Office Theme</vt:lpstr>
      <vt:lpstr>Slide 1 of 40</vt:lpstr>
      <vt:lpstr>Slide 2 of 40</vt:lpstr>
      <vt:lpstr>Slide 3 of 40</vt:lpstr>
      <vt:lpstr>Slide 4 of 40</vt:lpstr>
      <vt:lpstr>Slide 5 of 40</vt:lpstr>
      <vt:lpstr>Slide 6 of 40</vt:lpstr>
      <vt:lpstr>Slide 7 of 40</vt:lpstr>
      <vt:lpstr>Slide 8 of 40</vt:lpstr>
      <vt:lpstr>Slide 9 of 40</vt:lpstr>
      <vt:lpstr>Slide 10 of 40</vt:lpstr>
      <vt:lpstr>Slide 11 of 40</vt:lpstr>
      <vt:lpstr>Slide 12 of 40</vt:lpstr>
      <vt:lpstr>Slide 13 of 40</vt:lpstr>
      <vt:lpstr>Slide 14 of 40</vt:lpstr>
      <vt:lpstr>Slide 15 of 40</vt:lpstr>
      <vt:lpstr>Slide 16 of 40</vt:lpstr>
      <vt:lpstr>Slide 17 of 40</vt:lpstr>
      <vt:lpstr>Slide 18 of 40</vt:lpstr>
      <vt:lpstr>Slide 19 of 40</vt:lpstr>
      <vt:lpstr>Slide 20 of 40</vt:lpstr>
      <vt:lpstr>Slide 21 of 40</vt:lpstr>
      <vt:lpstr>Slide 22 of 40</vt:lpstr>
      <vt:lpstr>Slide 23 of 40</vt:lpstr>
      <vt:lpstr>Slide 24 of 40</vt:lpstr>
      <vt:lpstr>Slide 25 of 40</vt:lpstr>
      <vt:lpstr>Slide 26 of 40</vt:lpstr>
      <vt:lpstr>Slide 27 of 40</vt:lpstr>
      <vt:lpstr>Slide 28 of 40</vt:lpstr>
      <vt:lpstr>Slide 29 of 40</vt:lpstr>
      <vt:lpstr>Slide 30 of 40</vt:lpstr>
      <vt:lpstr>Slide 31 of 40</vt:lpstr>
      <vt:lpstr>Slide 32 of 40</vt:lpstr>
      <vt:lpstr>Slide 33 of 40</vt:lpstr>
      <vt:lpstr>Slide 34 of 40</vt:lpstr>
      <vt:lpstr>Slide 35 of 40</vt:lpstr>
      <vt:lpstr>Slide 36 of 40</vt:lpstr>
      <vt:lpstr>Slide 37 of 40</vt:lpstr>
      <vt:lpstr>Slide 38 of 40</vt:lpstr>
      <vt:lpstr>Slide 39 of 40</vt:lpstr>
      <vt:lpstr>Slide 40 of 40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chintaram, Yudhisteer [C]</dc:creator>
  <cp:lastModifiedBy>chintaram, Yudhisteer [C]</cp:lastModifiedBy>
  <cp:revision>1</cp:revision>
  <dcterms:created xsi:type="dcterms:W3CDTF">2026-10-17T00:47:24Z</dcterms:created>
  <dcterms:modified xsi:type="dcterms:W3CDTF">2026-10-17T00:47:24Z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2026-10-17T00:47:24Z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ab84c66c-9ee2-431a-85d3-5bb0a612c98c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10, 3, 0, 1</vt:lpwstr>
  </property>
</Properties>
</file>