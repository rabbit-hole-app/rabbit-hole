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936F1-65BE-4EC3-AA21-4C495D6B77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EF866-407F-47A6-8C03-3A43CCED5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06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notes for slide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EF866-407F-47A6-8C03-3A43CCED56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3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C18A-02D5-AC7C-933F-C7A881A5D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F0E140-F8A4-71AF-063E-0452CBC54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D835C-1930-B82B-C0C3-1CC174814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50B27-2ACB-0700-5320-8EE7090A1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5AB48-D874-10AE-0D60-978C0DFB6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97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E8CDF-551A-D750-5011-B0F4E525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8412D-9870-4470-623D-A049E79D6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7375E-2187-C83F-D3D1-798D4E40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E21A-816E-0862-01CD-3DAD0914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7465E-0D10-5A6A-B491-6E5B8CC9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70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4217-87F8-5909-571F-F0EA770F5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9425C-87B3-A367-5091-25416D6CF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06006-6FB0-E11D-387F-99F0117D2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95A69-93C9-C598-9D4F-D50B8C0A4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7CD21-FDEF-920D-F6FD-CA585BE8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54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B2E0-62EA-319F-67F5-660EF626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0D5BA-108A-1EAE-4BB0-E3FE012E19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998DC-2D92-869D-CE6A-10A0C0C58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BAF4E-729E-18F3-9C6B-9676EF323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DE56B-5B34-6FF6-D13C-86B5C373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1585D-CA79-3FA8-F2C3-C06CEBCB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6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D6EC-2FF7-001E-D009-B5B69BB0D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65496-1A0C-40D7-934F-6D2FD10D5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C3648-4B56-1B2A-EDF4-DAAAD81AF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C8B0F-A79F-C558-F9D0-7AF9CA5783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825B0-D0CD-834F-D511-9438AB389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B23058-D604-253E-FB99-B6A316D1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465EA-9DCD-EC23-A025-2A00D8CFA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7DBBA8-841F-EA91-A8D5-3BC196AB0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6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94E4F-6BFE-DD0C-8D6B-5002E21B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D41E71-1FB9-F211-0D57-AF95D618D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47F9F-C9C4-C1ED-75F9-49B20FEE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F626F-1285-6A01-FB2A-AF1AD8EC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3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4F897-F369-2D96-F47A-65FDDEE6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E87F3-E149-B9B3-0BCE-37233E1A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4C61F-1BEE-EE7E-8BFB-F2BED266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2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E191-1F74-2F5A-24D4-F146652F9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8595B-6186-F101-72B6-17A05AF14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42A52-FBCC-1D07-F37A-90A3EA9B2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EA212-C706-CA39-4857-4C0956865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E6825-3D87-025F-5A6D-2ECF0CF8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E9657-85EA-1EBA-4D69-1AE3901C3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4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8ABA8-F13E-D804-4599-D6C25703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152E06-8E26-A8FC-E649-8851AAEC8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8FF5A-D037-5D80-EACF-F689A032D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5C437-41D3-0C4B-1F9A-EAFF703B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91FED-C044-27B6-8E92-BB60F5A70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0B7A4-1A67-BF98-9556-C618B7D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0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F335-6211-34B7-58CA-75AC9471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22C1F-CD5F-9C2B-AB54-3CA5BBE2A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373E1-AC1E-E470-1719-19A2A601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F2E30-F1A0-2FE0-0159-143AEF1C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701DE-AF57-347E-104C-BF3C63FB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54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6892F-CE4E-5036-5611-A3667D222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9AE91-40C1-A6EE-1A91-01C7C7C38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9F5F2-3139-15E0-7586-51A8D3281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05707-0D0D-FA26-3DA9-6E43DA3B7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F3741-2D83-0D3C-5142-0B8B0883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98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BA601-83BC-BBE9-0292-4F7E52169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75867-DCBE-F87C-28C8-88588A5E4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C1BF9-E5DE-DA6B-D12F-215DC8D7F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FB652-CFC5-7CDB-68D8-07A56A76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390F1-37BC-8383-33EA-A3F894EBB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01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C4CA73-94B0-1F6F-2BA4-065924F7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A2744-FFBF-2693-14C7-D3C037479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A42B7-BA30-6A0F-96F9-8AAADE025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606EEE-FC2F-4FDE-A048-F0521F2959A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16821-FE71-A1FF-3E1A-FD806F46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5734E-3153-4D40-0890-E1CC8E713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F9170-578A-4381-8C17-1CA7627F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0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BA06-2467-64C3-6B66-56DF39A09A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Converter fixture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5B5586-9531-78BF-342E-92375F34AB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Slide one subtitle</a:t>
            </a:r>
          </a:p>
        </p:txBody>
      </p:sp>
    </p:spTree>
    <p:extLst>
      <p:ext uri="{BB962C8B-B14F-4D97-AF65-F5344CB8AC3E}">
        <p14:creationId xmlns:p14="http://schemas.microsoft.com/office/powerpoint/2010/main" val="427723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BC18D-8A18-123F-66AB-EE8775EAC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B4E30-E863-F14E-38FC-BA7A7E41A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Bullet A</a:t>
            </a:r>
          </a:p>
          <a:p>
            <a:r>
              <a:rPr lang="en-US"/>
              <a:t>Bullet B</a:t>
            </a:r>
          </a:p>
        </p:txBody>
      </p:sp>
    </p:spTree>
    <p:extLst>
      <p:ext uri="{BB962C8B-B14F-4D97-AF65-F5344CB8AC3E}">
        <p14:creationId xmlns:p14="http://schemas.microsoft.com/office/powerpoint/2010/main" val="3418699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EDF97-4FB2-73B9-B102-389104E9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Hidden third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224E2-B0C0-8586-D354-66F7D6A43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Only in the file, not in the show</a:t>
            </a:r>
          </a:p>
        </p:txBody>
      </p:sp>
    </p:spTree>
    <p:extLst>
      <p:ext uri="{BB962C8B-B14F-4D97-AF65-F5344CB8AC3E}">
        <p14:creationId xmlns:p14="http://schemas.microsoft.com/office/powerpoint/2010/main" val="2801444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9</Paragraphs>
  <Slides>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Converter fixture deck</vt:lpstr>
      <vt:lpstr>Second slide</vt:lpstr>
      <vt:lpstr>Hidden third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chintaram, Yudhisteer [C]</dc:creator>
  <cp:lastModifiedBy>chintaram, Yudhisteer [C]</cp:lastModifiedBy>
  <cp:revision>1</cp:revision>
  <dcterms:created xsi:type="dcterms:W3CDTF">2026-10-17T00:47:18Z</dcterms:created>
  <dcterms:modified xsi:type="dcterms:W3CDTF">2026-10-17T00:47:19Z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2026-10-17T00:47:18Z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47bae0ea-fb07-469f-87da-0c6abc2f44e6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