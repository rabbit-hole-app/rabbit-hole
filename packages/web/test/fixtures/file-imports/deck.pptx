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26213B-99AC-4AF7-BA1A-046ECB464C83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0F7958-98E7-4855-B353-C7BB1FE6F1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5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 for slide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0F7958-98E7-4855-B353-C7BB1FE6F1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967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62483-2BD4-A93E-7151-59FF76592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AC3AFD-58D0-7ED8-4630-EC2D43EEC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B3BB2-2B9C-F2B5-D8DB-3AA0EC0DA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398A7-7DC8-8C8D-07C7-5EAA7F561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2D732-C09C-4288-C09A-C264E1A8E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023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2891E-A264-D709-DB97-3ACBBAEF7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AE793-5A65-B3A8-0F05-54D1BC083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EDC58-74C2-0047-E145-48DA55C4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FB140-2892-824E-CC5E-CD1F5F379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03EEE-65C8-EA55-2FAC-ECD006B30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158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82053-AB89-15AB-5C9A-CFF1821D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F75B1-ADCF-BF15-7464-867389869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C1A0B-0CEA-77B8-154A-05E5D1DEC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C06A6-36A5-64C0-E8EF-9D5D8192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A96A2-20E7-8FD3-696C-B66F48EFF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259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9BA7-D08E-A55E-EB12-A159DD899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5CE93-81B9-BD35-88DE-C1454430E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E96C4-F0A7-7750-09BB-A03764A1EF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6A19D5-37DD-2258-C5BC-CAE885C4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62D48-5158-47B5-0A97-B5653EAF9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1D8BA-BAD7-49CC-DA15-6CC35AAA8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850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20F37-B178-9BCF-3CB4-A8DA1934A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ABD24A-7B51-0AEC-1007-1A73E3236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4C5AD-92ED-BF79-63CD-6C24E19C5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741798-85BC-E702-B278-04ABADE8AD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9080B7-9F08-6BD2-14E4-4F8ED04000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AE6B53-2992-5D54-BEB5-5645545F0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E2756-B27D-C1FF-3E13-BA7C5E4D6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4E33F1-D329-D93B-59ED-C8C585AD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3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EB31-A892-FB61-61C5-35FC85B94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424B6E-749C-B915-1B10-E95625990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1977B-5A09-D4E2-288C-0EB45B708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04280-D89E-551F-95CE-B88A55F2A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748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CE29B-D636-0BA4-48A5-8825D6A47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BB4CC-136F-7565-3887-84F9721BB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0B637-5E00-393D-7C26-D152713ED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49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8719B-98EB-19A8-5BC4-BBDFA7C3E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B964A-D6EE-5D5B-619A-4262AC403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F9615-272D-6C24-6351-54287C9DF3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DBDDF-D5CC-66F8-FCB5-2BF9B838B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819329-2EDA-8628-DD54-1D4A7A3D4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A0DEAA-961B-8353-BDB0-BE9A4E667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3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98F0-D468-6074-4CAC-082D46E29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2C4BE8-8B65-81A9-EDBB-A9894F171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AB8F63-1B21-5558-6FA7-16F53E153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F1C8E9-4976-4B78-8E49-0CADDEE1C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687DE-0A40-95FD-38DC-7B695DBB4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A5A18D-3946-67FC-6AD3-B802095E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9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BDE6-D05F-DD40-8DC8-A718AB404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33211-79EB-8998-1908-3BB983D8E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ED05F-FC73-7AC9-07DF-2B23F703A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B5FED-4046-A17C-48E0-022DD798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C5E37-F8BE-B30F-A8DC-8F8F22A5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25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58DCD0-62C9-8FF5-4D7A-164C43CB85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7D4F29-1C43-D394-2E29-30ADB7555F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E29F2-1F48-9F4A-4206-F6AB67A6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431074-8883-F998-6851-C7DBC1C35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11D22-87FB-EEF6-CE32-3268009E1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908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1A3E7-CA4E-8468-8A5F-ED3ED61B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71E45-263E-B233-FA3E-4A4E6C3E4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8A534-E3CA-A095-749E-9E96F3CE9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38EE4-8CF0-9528-ABD4-C8588C84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D042A5-0883-E9C0-8544-20FC4AF1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51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DE44FA-7864-9FA8-964B-F03189FAE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22FB7-712D-02A0-801A-EE8C25FD0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E2019-EF0B-FB4F-8E9C-58CBAC7142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A7D35-3186-4362-B6D7-2BD68F8B0EB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9750E-FE69-8AE2-73F0-7C47B2B29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4BEB4-CC2B-E9A2-EC69-2A4395CF5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B8CFF-E84B-42A9-ACCD-194C760D16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3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BD208-1031-B982-7294-B0388F0D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D1E57F-C261-85D2-F33C-E8FF5B5A0A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1</a:t>
            </a:r>
          </a:p>
          <a:p>
            <a:r>
              <a:rPr lang="en-US"/>
              <a:t>Second point on 1</a:t>
            </a:r>
          </a:p>
        </p:txBody>
      </p:sp>
    </p:spTree>
    <p:extLst>
      <p:ext uri="{BB962C8B-B14F-4D97-AF65-F5344CB8AC3E}">
        <p14:creationId xmlns:p14="http://schemas.microsoft.com/office/powerpoint/2010/main" val="19633514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C218-93BE-1E24-08A9-CA10478B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3B589-82ED-6D61-E4EF-BC73D9083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2</a:t>
            </a:r>
          </a:p>
          <a:p>
            <a:r>
              <a:rPr lang="en-US"/>
              <a:t>Second point on 2</a:t>
            </a:r>
          </a:p>
        </p:txBody>
      </p:sp>
    </p:spTree>
    <p:extLst>
      <p:ext uri="{BB962C8B-B14F-4D97-AF65-F5344CB8AC3E}">
        <p14:creationId xmlns:p14="http://schemas.microsoft.com/office/powerpoint/2010/main" val="3192664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9F02-6072-BF34-1CEA-3703A4273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F4C7-8806-6B89-8A8B-4757D217F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3</a:t>
            </a:r>
          </a:p>
          <a:p>
            <a:r>
              <a:rPr lang="en-US"/>
              <a:t>Second point on 3</a:t>
            </a:r>
          </a:p>
        </p:txBody>
      </p:sp>
    </p:spTree>
    <p:extLst>
      <p:ext uri="{BB962C8B-B14F-4D97-AF65-F5344CB8AC3E}">
        <p14:creationId xmlns:p14="http://schemas.microsoft.com/office/powerpoint/2010/main" val="1179074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CC981C-50F5-ADA4-BD3C-2B24B26C6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4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A4900-15F5-1D94-11EB-92DC82DD1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Body of slide 4</a:t>
            </a:r>
          </a:p>
          <a:p>
            <a:r>
              <a:rPr lang="en-US"/>
              <a:t>Second point on 4</a:t>
            </a:r>
          </a:p>
        </p:txBody>
      </p:sp>
    </p:spTree>
    <p:extLst>
      <p:ext uri="{BB962C8B-B14F-4D97-AF65-F5344CB8AC3E}">
        <p14:creationId xmlns:p14="http://schemas.microsoft.com/office/powerpoint/2010/main" val="3785563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</Words>
  <Application>Microsoft Office PowerPoint</Application>
  <PresentationFormat>Widescreen</PresentationFormat>
  <Paragraphs>14</Paragraphs>
  <Slides>4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Slide 1 title</vt:lpstr>
      <vt:lpstr>Slide 2 title</vt:lpstr>
      <vt:lpstr>Slide 3 title</vt:lpstr>
      <vt:lpstr>Slide 4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chintaram, Yudhisteer [C]</dc:creator>
  <cp:lastModifiedBy>chintaram, Yudhisteer [C]</cp:lastModifiedBy>
  <cp:revision>1</cp:revision>
  <dcterms:created xsi:type="dcterms:W3CDTF">2026-10-17T00:47:59Z</dcterms:created>
  <dcterms:modified xsi:type="dcterms:W3CDTF">2026-10-17T00:47:59Z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2026-10-17T00:47:59Z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2f1d5895-a8da-4798-b64e-dd42c57d3a1c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10, 3, 0, 1</vt:lpwstr>
  </property>
</Properties>
</file>